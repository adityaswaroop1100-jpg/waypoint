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5000"/>
            </a:avLst>
          </a:prstGeom>
          <a:solidFill>
            <a:srgbClr val="131B2E"/>
          </a:solidFill>
          <a:ln w="19050">
            <a:solidFill>
              <a:srgbClr val="2333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HACKATHON 2026  •  PROBLEM STATEMENT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next move.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engine for your money.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 doesn't show you your money. It tells you what to do with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47472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LIVE: waypoint-flame.vercel.app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see your money. You just don't know what to do with it.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REARVIEW MIRROR SICKNESS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47 transactions logged across 6 categories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3 subscriptions silently auto-debiting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Colorful pie charts &amp; budget progress bars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You open the app, stare at it for 20s, and close 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Still zero idea what action to actually take today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BREAKTHROUGH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 isn’t data.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decision paralysis.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do not suffer from a lack of analytics.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suffer from an absence of prioritized agency.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dashboard shows the past.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was calculating the next move.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needs more information. They need one clear decision.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EVERY COMPETING TEAM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Rearview Mirror: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 ➔  Categorize  ➔  Dashboard  ➔  Chatbot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only: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did my money go last month?"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WAYPOINT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Forward Decision Loop: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 ➔  90d Forecast  ➔  One Move  ➔  Action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single decision I should make this week to be financially safer in 90 days?"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7315200" cy="3291840"/>
          </a:xfrm>
          <a:prstGeom prst="roundRect">
            <a:avLst>
              <a:gd name="adj" fmla="val 5556"/>
            </a:avLst>
          </a:prstGeom>
          <a:solidFill>
            <a:srgbClr val="131B2E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PHILOSOPHY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17373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"Waypoint doesn't show you your money.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you what to do with it."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Math  •  Zero Cloud Latency  •  Action-Oriented Decision Support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Move: Hero Recommendation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ranked action at any moment — eliminating decision fatigue.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74904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SPECIFICATION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Cancel ₹649/mo Disney+ Hotstar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Inactive for 73 consecutive days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Frees ₹7,788/year into savings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Covers 1.3 months of emergency buffer gap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Confidence: 94% (Deterministic Score)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Controls: [Do this]  [Not now]  [Why?]</a:t>
            </a:r>
            <a:endParaRPr lang="en-US" sz="1100" dirty="0"/>
          </a:p>
        </p:txBody>
      </p:sp>
      <p:pic>
        <p:nvPicPr>
          <p:cNvPr id="8" name="Image 0" descr="/Users/adityaswaroop/Desktop/Waypoint/screen_recording_assets/scene_2/fram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3657600" cy="301752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Event Simulator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I lose my job tomorrow?" Instant recalculation of runway and lean protocols.</a:t>
            </a:r>
            <a:endParaRPr lang="en-US" sz="1200" dirty="0"/>
          </a:p>
        </p:txBody>
      </p:sp>
      <p:pic>
        <p:nvPicPr>
          <p:cNvPr id="5" name="Image 0" descr="/Users/adityaswaroop/Desktop/Waypoint/screen_recording_assets/scene_4/frame_01_job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931920" cy="30175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155448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STRESS-TEST SCENARIOS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20640" y="20116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Sudden Job Loss (4.2 mo runway calculated)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15% Rent Increase (+₹3,600/mo impact)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Medical Emergency (₹80,000 liquidity shock)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Planned Gadget Purchase (₹1.2L in 4 months)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20% Salary Increase (+₹17,000/mo net)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Not a passive calculator — unlocks automatic lean mitigations to extend runway to 5.6 mo.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Financial Weather Forecast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cash curve with clickable explainable dip collisions.</a:t>
            </a:r>
            <a:endParaRPr lang="en-US" sz="1200" dirty="0"/>
          </a:p>
        </p:txBody>
      </p:sp>
      <p:pic>
        <p:nvPicPr>
          <p:cNvPr id="5" name="Image 0" descr="/Users/adityaswaroop/Desktop/Waypoint/screen_recording_assets/scene_3/frame_01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931920" cy="30175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155448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WEATHER ZONES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20640" y="20116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Safe Zone: Balance comfortably above ₹15k buffer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Tight Zone: Dips between danger and safe thresholds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Danger Zone: Projects negative before next income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The 27th Cash Collision Alert: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(₹18,000) + Electricity (₹2,340) + Card Auto-pay (₹6,200) hit within 48h.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user 3 weeks in advance with ₹1,540 shortfall warning.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Regret Engine: Counterfactual Math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momentum math without shaming or guilt language.</a:t>
            </a:r>
            <a:endParaRPr lang="en-US" sz="1200" dirty="0"/>
          </a:p>
        </p:txBody>
      </p:sp>
      <p:pic>
        <p:nvPicPr>
          <p:cNvPr id="5" name="Image 0" descr="/Users/adityaswaroop/Desktop/Waypoint/screen_recording_assets/scene_5/frame_01_regr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931920" cy="30175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155448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MOTIVATING, NEVER SHAMING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20640" y="20116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"You bought convenience when you needed it."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Food Delivery: ₹23,400 spent in 6 months.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Cooking 3 extra meals/week recovers ₹14,200 — fully funding the emergency cushion.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Unused Subscriptions: ₹3,894 paid for services used fewer than 5 times.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Interactive adjustment sliders let users model realistic 10–25% optimizations.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Pushback Copilot: An Agent With An Opinion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 pushes back with exact math when assumptions violate commitments.</a:t>
            </a:r>
            <a:endParaRPr lang="en-US" sz="1200" dirty="0"/>
          </a:p>
        </p:txBody>
      </p:sp>
      <p:pic>
        <p:nvPicPr>
          <p:cNvPr id="5" name="Image 0" descr="/Users/adityaswaroop/Desktop/Waypoint/screen_recording_assets/scene_6/frame_02_pushback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931920" cy="30175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155448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GROUNDED PUSHBACK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20640" y="20116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"Can I afford a ₹1.5L vacation in Dec?"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Waypoint: "Based on your net savings of ₹8,200/mo, you will have ₹1.1L after safety buffer — leaving a ₹40,000 deficit.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Cut discretionary spend by ₹5,000/mo for 8 months.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Delay trip to February 2027.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 recommends (b)."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Not an agreeable chatbot. An honest advisor.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Deterministic Agents • Zero External LLM in Math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mathematical functions executing 100% client-side.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INGESTOR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statement text extraction (pdfjs-dist)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Two-pass date-anchor parser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categorizer + correction overrides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PATTERN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Recurrence clustering (30d intervals)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Z-score anomaly detector (&gt;2.0 standard dev)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Friday surge spending habit pattern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DECISION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One Move scoring algorithm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90-day cash weather projection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life event simulators &amp; regret counterfactuals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246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PUSHBACK COPILOT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regex intent matcher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Mathematical budget verification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Guardrails against safety buffer breach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RIGOR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Reliability: The Offline Guarantee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so the demo never fails, glitches, or white-screens during judging.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Zero Mandatory API Keys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100% offline out of the box with zero network calls on the critical path.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642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Hardcoded Pristine Seed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curated transactions over 6 months with pre-calculated mathematical benchmarks.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15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Pure Deterministic TypeScript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hallucinations, no indeterminate outputs, and no flaky token timeouts.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60604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715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Root ErrorBoundary &amp; State Views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route has loading, error, and empty states. Never shows a blank screen.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673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1-Click State Restoration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button cleans user overrides and restores pristine seed dataset in &lt;50ms.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65760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673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100% Engine Verification Suite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deterministic unit tests pass automatically via npx tsx verifyEngines.ts.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COMPLETENESS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Prototype. A Production Web Application.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fully interactive routes styled with responsive Tailwind CSS.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(The One Move): 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recommendation, financial KPIs, next moves queue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459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Forecast: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0" y="1645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curve, safe/tight/danger zones, dip explainer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176272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677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0" y="2267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stress-test life scenarios + lean mitigation moves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176272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2677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Regret Engine: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2267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math with positive, motivating tone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798064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8895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Pushback Copilot: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2889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Q&amp;A with mathematical pushback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798064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895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0" y="2889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vs expense, top categories, budget tracking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419856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5112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&amp; Budgets: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0" y="3511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goal progress rings &amp; monthly category caps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419856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5112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Ledger: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3511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ledger, anomaly flags, inline category edits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4041648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Upload: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&amp; CSV statement parser + sample HDFC statement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041648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131B2E"/>
          </a:solidFill>
          <a:ln w="12700">
            <a:solidFill>
              <a:srgbClr val="2333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&amp; State: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limits, income settings, and engine state inspector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Win: Other Teams vs. Waypoint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did my money go?"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1901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do next?"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276856"/>
            <a:ext cx="7680960" cy="384048"/>
          </a:xfrm>
          <a:prstGeom prst="rect">
            <a:avLst/>
          </a:prstGeom>
          <a:solidFill>
            <a:srgbClr val="10162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13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313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Overwhelming dashboard of charts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0" y="2313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single ranked decision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7249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"Aha!" Moment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724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static pie chart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27249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I lose my job tomorrow?"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099816"/>
            <a:ext cx="7680960" cy="384048"/>
          </a:xfrm>
          <a:prstGeom prst="rect">
            <a:avLst/>
          </a:prstGeom>
          <a:solidFill>
            <a:srgbClr val="10162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36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Tone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3136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neutral reporting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0" y="3136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with a clear point of view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3547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Hook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35478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(or financial guilt)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3547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Regret Engine (empowerment)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922776"/>
            <a:ext cx="7680960" cy="384048"/>
          </a:xfrm>
          <a:prstGeom prst="rect">
            <a:avLst/>
          </a:prstGeom>
          <a:solidFill>
            <a:srgbClr val="10162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959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39593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 live API &amp; LLM calls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0" y="3959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 &amp; deterministic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4370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4370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another budgeting tool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4370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app that tells you what to do"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7315200" cy="347472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691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"Waypoint doesn't show you your money.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you what to do with it."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next move.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DEMO: https://waypoint-flame.vercel.app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CODEBASE:  https://github.com/adityaswaroop1100-jpg/waypoint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Waypoint Decision Support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Waypoint — Know Your Next Move</dc:title>
  <dc:subject>PptxGenJS Presentation</dc:subject>
  <dc:creator>Waypoint Team</dc:creator>
  <cp:lastModifiedBy>Waypoint Team</cp:lastModifiedBy>
  <cp:revision>1</cp:revision>
  <dcterms:created xsi:type="dcterms:W3CDTF">2026-09-20T17:41:10Z</dcterms:created>
  <dcterms:modified xsi:type="dcterms:W3CDTF">2026-09-20T17:41:10Z</dcterms:modified>
</cp:coreProperties>
</file>